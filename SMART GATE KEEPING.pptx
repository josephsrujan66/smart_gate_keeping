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DM Sans" charset="1" panose="00000000000000000000"/>
      <p:regular r:id="rId14"/>
    </p:embeddedFont>
    <p:embeddedFont>
      <p:font typeface="DM Sans Bold" charset="1" panose="00000000000000000000"/>
      <p:regular r:id="rId15"/>
    </p:embeddedFont>
    <p:embeddedFont>
      <p:font typeface="Helvetica World" charset="1" panose="020B050004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55947" y="3144259"/>
            <a:ext cx="5532053" cy="7142741"/>
          </a:xfrm>
          <a:custGeom>
            <a:avLst/>
            <a:gdLst/>
            <a:ahLst/>
            <a:cxnLst/>
            <a:rect r="r" b="b" t="t" l="l"/>
            <a:pathLst>
              <a:path h="7142741" w="5532053">
                <a:moveTo>
                  <a:pt x="0" y="0"/>
                </a:moveTo>
                <a:lnTo>
                  <a:pt x="5532053" y="0"/>
                </a:lnTo>
                <a:lnTo>
                  <a:pt x="5532053" y="7142741"/>
                </a:lnTo>
                <a:lnTo>
                  <a:pt x="0" y="7142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834205"/>
            <a:ext cx="13569198" cy="20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9"/>
              </a:lnSpc>
              <a:spcBef>
                <a:spcPct val="0"/>
              </a:spcBef>
            </a:pPr>
            <a:r>
              <a:rPr lang="en-US" sz="11999" spc="-92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SMART GATE KEEPING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903198"/>
            <a:ext cx="2670189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Joseph Srujan Eda</a:t>
            </a:r>
          </a:p>
        </p:txBody>
      </p:sp>
      <p:grpSp>
        <p:nvGrpSpPr>
          <p:cNvPr name="Group 6" id="6"/>
          <p:cNvGrpSpPr/>
          <p:nvPr/>
        </p:nvGrpSpPr>
        <p:grpSpPr>
          <a:xfrm rot="-2700000">
            <a:off x="12303750" y="3039161"/>
            <a:ext cx="504343" cy="504343"/>
            <a:chOff x="0" y="0"/>
            <a:chExt cx="132831" cy="1328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2831" cy="132831"/>
            </a:xfrm>
            <a:custGeom>
              <a:avLst/>
              <a:gdLst/>
              <a:ahLst/>
              <a:cxnLst/>
              <a:rect r="r" b="b" t="t" l="l"/>
              <a:pathLst>
                <a:path h="132831" w="132831">
                  <a:moveTo>
                    <a:pt x="0" y="0"/>
                  </a:moveTo>
                  <a:lnTo>
                    <a:pt x="132831" y="0"/>
                  </a:lnTo>
                  <a:lnTo>
                    <a:pt x="132831" y="132831"/>
                  </a:lnTo>
                  <a:lnTo>
                    <a:pt x="0" y="13283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2831" cy="1709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700000">
            <a:off x="6866660" y="7088679"/>
            <a:ext cx="317690" cy="317690"/>
            <a:chOff x="0" y="0"/>
            <a:chExt cx="83671" cy="836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6026655"/>
            <a:ext cx="8771731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 Powered Digital Entry Management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3378082" y="7565591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0" y="7565591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4909918" y="0"/>
                </a:moveTo>
                <a:lnTo>
                  <a:pt x="0" y="0"/>
                </a:lnTo>
                <a:lnTo>
                  <a:pt x="0" y="2721409"/>
                </a:lnTo>
                <a:lnTo>
                  <a:pt x="4909918" y="2721409"/>
                </a:lnTo>
                <a:lnTo>
                  <a:pt x="49099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183235" y="8542435"/>
            <a:ext cx="1921529" cy="47625"/>
            <a:chOff x="0" y="0"/>
            <a:chExt cx="506082" cy="125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6082" cy="12543"/>
            </a:xfrm>
            <a:custGeom>
              <a:avLst/>
              <a:gdLst/>
              <a:ahLst/>
              <a:cxnLst/>
              <a:rect r="r" b="b" t="t" l="l"/>
              <a:pathLst>
                <a:path h="12543" w="506082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2700000">
            <a:off x="2485974" y="4657027"/>
            <a:ext cx="317690" cy="317690"/>
            <a:chOff x="0" y="0"/>
            <a:chExt cx="83671" cy="836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519540" y="2294516"/>
            <a:ext cx="11248919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  <a:spcBef>
                <a:spcPct val="0"/>
              </a:spcBef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16879" y="4283730"/>
            <a:ext cx="10054242" cy="419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2" indent="-377821" lvl="1">
              <a:lnSpc>
                <a:spcPts val="55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</a:t>
            </a:r>
            <a:r>
              <a:rPr lang="en-US" sz="3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etects vehicle type using CNN</a:t>
            </a:r>
          </a:p>
          <a:p>
            <a:pPr algn="l" marL="755642" indent="-377821" lvl="1">
              <a:lnSpc>
                <a:spcPts val="55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Extracts vehicle registration number using OCR</a:t>
            </a:r>
          </a:p>
          <a:p>
            <a:pPr algn="l" marL="755642" indent="-377821" lvl="1">
              <a:lnSpc>
                <a:spcPts val="55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Automatically timestamps In/Out</a:t>
            </a:r>
          </a:p>
          <a:p>
            <a:pPr algn="l" marL="755642" indent="-377821" lvl="1">
              <a:lnSpc>
                <a:spcPts val="55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Stores data in spreadsheet</a:t>
            </a:r>
          </a:p>
          <a:p>
            <a:pPr algn="l" marL="755642" indent="-377821" lvl="1">
              <a:lnSpc>
                <a:spcPts val="55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Digitizes complete gate records</a:t>
            </a:r>
          </a:p>
          <a:p>
            <a:pPr algn="l">
              <a:lnSpc>
                <a:spcPts val="5599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-2700000">
            <a:off x="15484336" y="4657027"/>
            <a:ext cx="317690" cy="317690"/>
            <a:chOff x="0" y="0"/>
            <a:chExt cx="83671" cy="83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02503" y="3979063"/>
            <a:ext cx="4885497" cy="6307937"/>
          </a:xfrm>
          <a:custGeom>
            <a:avLst/>
            <a:gdLst/>
            <a:ahLst/>
            <a:cxnLst/>
            <a:rect r="r" b="b" t="t" l="l"/>
            <a:pathLst>
              <a:path h="6307937" w="4885497">
                <a:moveTo>
                  <a:pt x="0" y="0"/>
                </a:moveTo>
                <a:lnTo>
                  <a:pt x="4885497" y="0"/>
                </a:lnTo>
                <a:lnTo>
                  <a:pt x="4885497" y="6307937"/>
                </a:lnTo>
                <a:lnTo>
                  <a:pt x="0" y="6307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700000">
            <a:off x="15686406" y="2219252"/>
            <a:ext cx="317690" cy="317690"/>
            <a:chOff x="0" y="0"/>
            <a:chExt cx="83671" cy="836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036732"/>
            <a:ext cx="4046496" cy="1315212"/>
            <a:chOff x="0" y="0"/>
            <a:chExt cx="1065744" cy="3463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5744" cy="346393"/>
            </a:xfrm>
            <a:custGeom>
              <a:avLst/>
              <a:gdLst/>
              <a:ahLst/>
              <a:cxnLst/>
              <a:rect r="r" b="b" t="t" l="l"/>
              <a:pathLst>
                <a:path h="346393" w="1065744">
                  <a:moveTo>
                    <a:pt x="0" y="0"/>
                  </a:moveTo>
                  <a:lnTo>
                    <a:pt x="1065744" y="0"/>
                  </a:lnTo>
                  <a:lnTo>
                    <a:pt x="1065744" y="346393"/>
                  </a:lnTo>
                  <a:lnTo>
                    <a:pt x="0" y="346393"/>
                  </a:lnTo>
                  <a:close/>
                </a:path>
              </a:pathLst>
            </a:custGeom>
            <a:ln w="66675" cap="sq">
              <a:solidFill>
                <a:srgbClr val="FF9916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065744" cy="413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Capture Image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051399" y="3036732"/>
            <a:ext cx="4249934" cy="1315212"/>
            <a:chOff x="0" y="0"/>
            <a:chExt cx="1119324" cy="3463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9324" cy="346393"/>
            </a:xfrm>
            <a:custGeom>
              <a:avLst/>
              <a:gdLst/>
              <a:ahLst/>
              <a:cxnLst/>
              <a:rect r="r" b="b" t="t" l="l"/>
              <a:pathLst>
                <a:path h="346393" w="1119324">
                  <a:moveTo>
                    <a:pt x="0" y="0"/>
                  </a:moveTo>
                  <a:lnTo>
                    <a:pt x="1119324" y="0"/>
                  </a:lnTo>
                  <a:lnTo>
                    <a:pt x="1119324" y="346393"/>
                  </a:lnTo>
                  <a:lnTo>
                    <a:pt x="0" y="346393"/>
                  </a:lnTo>
                  <a:close/>
                </a:path>
              </a:pathLst>
            </a:custGeom>
            <a:ln w="66675" cap="sq">
              <a:solidFill>
                <a:srgbClr val="FF9916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119324" cy="413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CNN  based Vehicle Type Detection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277535" y="3036732"/>
            <a:ext cx="4249934" cy="1315212"/>
            <a:chOff x="0" y="0"/>
            <a:chExt cx="1119324" cy="3463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9324" cy="346393"/>
            </a:xfrm>
            <a:custGeom>
              <a:avLst/>
              <a:gdLst/>
              <a:ahLst/>
              <a:cxnLst/>
              <a:rect r="r" b="b" t="t" l="l"/>
              <a:pathLst>
                <a:path h="346393" w="1119324">
                  <a:moveTo>
                    <a:pt x="0" y="0"/>
                  </a:moveTo>
                  <a:lnTo>
                    <a:pt x="1119324" y="0"/>
                  </a:lnTo>
                  <a:lnTo>
                    <a:pt x="1119324" y="346393"/>
                  </a:lnTo>
                  <a:lnTo>
                    <a:pt x="0" y="346393"/>
                  </a:lnTo>
                  <a:close/>
                </a:path>
              </a:pathLst>
            </a:custGeom>
            <a:ln w="66675" cap="sq">
              <a:solidFill>
                <a:srgbClr val="FF9916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119324" cy="413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OCR based Number Plate Recognition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5273034"/>
            <a:ext cx="4046496" cy="1315212"/>
            <a:chOff x="0" y="0"/>
            <a:chExt cx="1065744" cy="3463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5744" cy="346393"/>
            </a:xfrm>
            <a:custGeom>
              <a:avLst/>
              <a:gdLst/>
              <a:ahLst/>
              <a:cxnLst/>
              <a:rect r="r" b="b" t="t" l="l"/>
              <a:pathLst>
                <a:path h="346393" w="1065744">
                  <a:moveTo>
                    <a:pt x="0" y="0"/>
                  </a:moveTo>
                  <a:lnTo>
                    <a:pt x="1065744" y="0"/>
                  </a:lnTo>
                  <a:lnTo>
                    <a:pt x="1065744" y="346393"/>
                  </a:lnTo>
                  <a:lnTo>
                    <a:pt x="0" y="346393"/>
                  </a:lnTo>
                  <a:close/>
                </a:path>
              </a:pathLst>
            </a:custGeom>
            <a:ln w="66675" cap="sq">
              <a:solidFill>
                <a:srgbClr val="FF9916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065744" cy="413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Spreadsheet Storage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51399" y="5253984"/>
            <a:ext cx="4249934" cy="1315212"/>
            <a:chOff x="0" y="0"/>
            <a:chExt cx="1119324" cy="3463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9324" cy="346393"/>
            </a:xfrm>
            <a:custGeom>
              <a:avLst/>
              <a:gdLst/>
              <a:ahLst/>
              <a:cxnLst/>
              <a:rect r="r" b="b" t="t" l="l"/>
              <a:pathLst>
                <a:path h="346393" w="1119324">
                  <a:moveTo>
                    <a:pt x="0" y="0"/>
                  </a:moveTo>
                  <a:lnTo>
                    <a:pt x="1119324" y="0"/>
                  </a:lnTo>
                  <a:lnTo>
                    <a:pt x="1119324" y="346393"/>
                  </a:lnTo>
                  <a:lnTo>
                    <a:pt x="0" y="346393"/>
                  </a:lnTo>
                  <a:close/>
                </a:path>
              </a:pathLst>
            </a:custGeom>
            <a:ln w="66675" cap="sq">
              <a:solidFill>
                <a:srgbClr val="FF9916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119324" cy="413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Automatic Timestamp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-207652" y="6740646"/>
            <a:ext cx="12756573" cy="3232874"/>
          </a:xfrm>
          <a:custGeom>
            <a:avLst/>
            <a:gdLst/>
            <a:ahLst/>
            <a:cxnLst/>
            <a:rect r="r" b="b" t="t" l="l"/>
            <a:pathLst>
              <a:path h="3232874" w="12756573">
                <a:moveTo>
                  <a:pt x="0" y="0"/>
                </a:moveTo>
                <a:lnTo>
                  <a:pt x="12756573" y="0"/>
                </a:lnTo>
                <a:lnTo>
                  <a:pt x="12756573" y="3232874"/>
                </a:lnTo>
                <a:lnTo>
                  <a:pt x="0" y="32328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15118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10800000">
            <a:off x="5057680" y="3459458"/>
            <a:ext cx="993719" cy="469758"/>
          </a:xfrm>
          <a:custGeom>
            <a:avLst/>
            <a:gdLst/>
            <a:ahLst/>
            <a:cxnLst/>
            <a:rect r="r" b="b" t="t" l="l"/>
            <a:pathLst>
              <a:path h="469758" w="993719">
                <a:moveTo>
                  <a:pt x="0" y="0"/>
                </a:moveTo>
                <a:lnTo>
                  <a:pt x="993719" y="0"/>
                </a:lnTo>
                <a:lnTo>
                  <a:pt x="993719" y="469759"/>
                </a:lnTo>
                <a:lnTo>
                  <a:pt x="0" y="4697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1241914"/>
            <a:ext cx="10283869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  <a:spcBef>
                <a:spcPct val="0"/>
              </a:spcBef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Project Architecture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-10800000">
            <a:off x="10283816" y="3459458"/>
            <a:ext cx="993719" cy="469758"/>
          </a:xfrm>
          <a:custGeom>
            <a:avLst/>
            <a:gdLst/>
            <a:ahLst/>
            <a:cxnLst/>
            <a:rect r="r" b="b" t="t" l="l"/>
            <a:pathLst>
              <a:path h="469758" w="993719">
                <a:moveTo>
                  <a:pt x="0" y="0"/>
                </a:moveTo>
                <a:lnTo>
                  <a:pt x="993719" y="0"/>
                </a:lnTo>
                <a:lnTo>
                  <a:pt x="993719" y="469759"/>
                </a:lnTo>
                <a:lnTo>
                  <a:pt x="0" y="4697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5400000">
            <a:off x="12955431" y="4576741"/>
            <a:ext cx="945584" cy="447003"/>
          </a:xfrm>
          <a:custGeom>
            <a:avLst/>
            <a:gdLst/>
            <a:ahLst/>
            <a:cxnLst/>
            <a:rect r="r" b="b" t="t" l="l"/>
            <a:pathLst>
              <a:path h="447003" w="945584">
                <a:moveTo>
                  <a:pt x="0" y="0"/>
                </a:moveTo>
                <a:lnTo>
                  <a:pt x="945583" y="0"/>
                </a:lnTo>
                <a:lnTo>
                  <a:pt x="945583" y="447003"/>
                </a:lnTo>
                <a:lnTo>
                  <a:pt x="0" y="4470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1301192" y="5253984"/>
            <a:ext cx="4254062" cy="1315212"/>
            <a:chOff x="0" y="0"/>
            <a:chExt cx="1120411" cy="34639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20411" cy="346393"/>
            </a:xfrm>
            <a:custGeom>
              <a:avLst/>
              <a:gdLst/>
              <a:ahLst/>
              <a:cxnLst/>
              <a:rect r="r" b="b" t="t" l="l"/>
              <a:pathLst>
                <a:path h="346393" w="1120411">
                  <a:moveTo>
                    <a:pt x="0" y="0"/>
                  </a:moveTo>
                  <a:lnTo>
                    <a:pt x="1120411" y="0"/>
                  </a:lnTo>
                  <a:lnTo>
                    <a:pt x="1120411" y="346393"/>
                  </a:lnTo>
                  <a:lnTo>
                    <a:pt x="0" y="346393"/>
                  </a:lnTo>
                  <a:close/>
                </a:path>
              </a:pathLst>
            </a:custGeom>
            <a:ln w="66675" cap="sq">
              <a:solidFill>
                <a:srgbClr val="FF9916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120411" cy="413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Name, Reason Entry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283816" y="5668431"/>
            <a:ext cx="1028753" cy="486320"/>
          </a:xfrm>
          <a:custGeom>
            <a:avLst/>
            <a:gdLst/>
            <a:ahLst/>
            <a:cxnLst/>
            <a:rect r="r" b="b" t="t" l="l"/>
            <a:pathLst>
              <a:path h="486320" w="1028753">
                <a:moveTo>
                  <a:pt x="0" y="0"/>
                </a:moveTo>
                <a:lnTo>
                  <a:pt x="1028753" y="0"/>
                </a:lnTo>
                <a:lnTo>
                  <a:pt x="1028753" y="486319"/>
                </a:lnTo>
                <a:lnTo>
                  <a:pt x="0" y="486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057680" y="5685813"/>
            <a:ext cx="1035810" cy="489655"/>
          </a:xfrm>
          <a:custGeom>
            <a:avLst/>
            <a:gdLst/>
            <a:ahLst/>
            <a:cxnLst/>
            <a:rect r="r" b="b" t="t" l="l"/>
            <a:pathLst>
              <a:path h="489655" w="1035810">
                <a:moveTo>
                  <a:pt x="0" y="0"/>
                </a:moveTo>
                <a:lnTo>
                  <a:pt x="1035809" y="0"/>
                </a:lnTo>
                <a:lnTo>
                  <a:pt x="1035809" y="489655"/>
                </a:lnTo>
                <a:lnTo>
                  <a:pt x="0" y="4896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776917" y="3056641"/>
            <a:ext cx="233141" cy="233141"/>
            <a:chOff x="0" y="0"/>
            <a:chExt cx="61403" cy="614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700000">
            <a:off x="16374075" y="2013088"/>
            <a:ext cx="233141" cy="233141"/>
            <a:chOff x="0" y="0"/>
            <a:chExt cx="61403" cy="614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0" y="2860226"/>
            <a:ext cx="5752036" cy="7426774"/>
          </a:xfrm>
          <a:custGeom>
            <a:avLst/>
            <a:gdLst/>
            <a:ahLst/>
            <a:cxnLst/>
            <a:rect r="r" b="b" t="t" l="l"/>
            <a:pathLst>
              <a:path h="7426774" w="5752036">
                <a:moveTo>
                  <a:pt x="5752036" y="0"/>
                </a:moveTo>
                <a:lnTo>
                  <a:pt x="0" y="0"/>
                </a:lnTo>
                <a:lnTo>
                  <a:pt x="0" y="7426774"/>
                </a:lnTo>
                <a:lnTo>
                  <a:pt x="5752036" y="7426774"/>
                </a:lnTo>
                <a:lnTo>
                  <a:pt x="57520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75079" y="2884531"/>
            <a:ext cx="10168732" cy="7023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Custom </a:t>
            </a: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CNN trained on dataset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Dataset stored in Google Drive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deployed as .h5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d</a:t>
            </a: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irectly loaded in Colab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Fast inference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Ready-to-deploy AI module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Classes: Ambulance, Auto-rickshaw, Bicycle, Bike, Bus, Car, Mini-Truck, Tractor, Truck</a:t>
            </a:r>
          </a:p>
          <a:p>
            <a:pPr algn="l">
              <a:lnSpc>
                <a:spcPts val="5601"/>
              </a:lnSpc>
            </a:pPr>
          </a:p>
          <a:p>
            <a:pPr algn="l">
              <a:lnSpc>
                <a:spcPts val="5601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813653" y="4052442"/>
            <a:ext cx="4841847" cy="2883855"/>
          </a:xfrm>
          <a:custGeom>
            <a:avLst/>
            <a:gdLst/>
            <a:ahLst/>
            <a:cxnLst/>
            <a:rect r="r" b="b" t="t" l="l"/>
            <a:pathLst>
              <a:path h="2883855" w="4841847">
                <a:moveTo>
                  <a:pt x="0" y="0"/>
                </a:moveTo>
                <a:lnTo>
                  <a:pt x="4841847" y="0"/>
                </a:lnTo>
                <a:lnTo>
                  <a:pt x="4841847" y="2883855"/>
                </a:lnTo>
                <a:lnTo>
                  <a:pt x="0" y="28838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6244" r="-50009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75079" y="1218116"/>
            <a:ext cx="10501758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  <a:spcBef>
                <a:spcPct val="0"/>
              </a:spcBef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Vehicle Classification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5002081" y="1642697"/>
            <a:ext cx="233141" cy="233141"/>
            <a:chOff x="0" y="0"/>
            <a:chExt cx="61403" cy="614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700000">
            <a:off x="15828312" y="4862074"/>
            <a:ext cx="233141" cy="233141"/>
            <a:chOff x="0" y="0"/>
            <a:chExt cx="61403" cy="614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6977874" y="2853473"/>
            <a:ext cx="233141" cy="233141"/>
            <a:chOff x="0" y="0"/>
            <a:chExt cx="61403" cy="614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-10800000">
            <a:off x="0" y="6550118"/>
            <a:ext cx="6742017" cy="3736882"/>
          </a:xfrm>
          <a:custGeom>
            <a:avLst/>
            <a:gdLst/>
            <a:ahLst/>
            <a:cxnLst/>
            <a:rect r="r" b="b" t="t" l="l"/>
            <a:pathLst>
              <a:path h="3736882" w="6742017">
                <a:moveTo>
                  <a:pt x="6742017" y="0"/>
                </a:moveTo>
                <a:lnTo>
                  <a:pt x="0" y="0"/>
                </a:lnTo>
                <a:lnTo>
                  <a:pt x="0" y="3736882"/>
                </a:lnTo>
                <a:lnTo>
                  <a:pt x="6742017" y="3736882"/>
                </a:lnTo>
                <a:lnTo>
                  <a:pt x="67420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652788"/>
            <a:ext cx="11361555" cy="5613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Convert to grayscale and apply edge detection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Detect contours and filter rectangular regions (aspect ratio &amp; size check)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Crop the most probable license plate region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Apply OCR (EasyOCR) to extract text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Clean the output (remove spaces)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Return final registration number or “No plate detected”</a:t>
            </a:r>
          </a:p>
          <a:p>
            <a:pPr algn="l">
              <a:lnSpc>
                <a:spcPts val="5601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499680" y="6819900"/>
            <a:ext cx="5788320" cy="3467100"/>
          </a:xfrm>
          <a:custGeom>
            <a:avLst/>
            <a:gdLst/>
            <a:ahLst/>
            <a:cxnLst/>
            <a:rect r="r" b="b" t="t" l="l"/>
            <a:pathLst>
              <a:path h="3467100" w="5788320">
                <a:moveTo>
                  <a:pt x="0" y="0"/>
                </a:moveTo>
                <a:lnTo>
                  <a:pt x="5788320" y="0"/>
                </a:lnTo>
                <a:lnTo>
                  <a:pt x="5788320" y="3467100"/>
                </a:lnTo>
                <a:lnTo>
                  <a:pt x="0" y="3467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677" t="-8567" r="-2950" b="-1177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847725"/>
            <a:ext cx="12053745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  <a:spcBef>
                <a:spcPct val="0"/>
              </a:spcBef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Number Plate Detection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5881326" y="1836985"/>
            <a:ext cx="233141" cy="233141"/>
            <a:chOff x="0" y="0"/>
            <a:chExt cx="61403" cy="614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700000">
            <a:off x="13737530" y="2674899"/>
            <a:ext cx="233141" cy="233141"/>
            <a:chOff x="0" y="0"/>
            <a:chExt cx="61403" cy="614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700000">
            <a:off x="15439283" y="4649176"/>
            <a:ext cx="233141" cy="233141"/>
            <a:chOff x="0" y="0"/>
            <a:chExt cx="61403" cy="614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700000">
            <a:off x="16977874" y="3448383"/>
            <a:ext cx="233141" cy="233141"/>
            <a:chOff x="0" y="0"/>
            <a:chExt cx="61403" cy="614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403" cy="61403"/>
            </a:xfrm>
            <a:custGeom>
              <a:avLst/>
              <a:gdLst/>
              <a:ahLst/>
              <a:cxnLst/>
              <a:rect r="r" b="b" t="t" l="l"/>
              <a:pathLst>
                <a:path h="61403" w="61403">
                  <a:moveTo>
                    <a:pt x="0" y="0"/>
                  </a:moveTo>
                  <a:lnTo>
                    <a:pt x="61403" y="0"/>
                  </a:lnTo>
                  <a:lnTo>
                    <a:pt x="61403" y="61403"/>
                  </a:lnTo>
                  <a:lnTo>
                    <a:pt x="0" y="6140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1403" cy="99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10800000">
            <a:off x="13378082" y="7565591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2093500"/>
            <a:ext cx="11798979" cy="115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2"/>
              </a:lnSpc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Google Colab Interface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577409"/>
            <a:ext cx="11361555" cy="49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1"/>
              </a:lnSpc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Keeper needs to: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Capture the image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Click:</a:t>
            </a: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✅ IN Button/ ❌ OUT Button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Enter Name of the visitor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Enter Purpose of the visit</a:t>
            </a:r>
          </a:p>
          <a:p>
            <a:pPr algn="l">
              <a:lnSpc>
                <a:spcPts val="5601"/>
              </a:lnSpc>
            </a:pPr>
          </a:p>
          <a:p>
            <a:pPr algn="l">
              <a:lnSpc>
                <a:spcPts val="560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47725"/>
            <a:ext cx="15246544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  <a:spcBef>
                <a:spcPct val="0"/>
              </a:spcBef>
            </a:pPr>
            <a:r>
              <a:rPr lang="en-US" sz="9600" spc="-7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Impact &amp; Advantages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65481"/>
            <a:ext cx="11361555" cy="5613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100% Digital Records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</a:t>
            </a: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aster Entry Processing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Reduced Human Error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AI-powered verification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Easy Data Search &amp; Filtering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Works in real-time with deployed model</a:t>
            </a:r>
          </a:p>
          <a:p>
            <a:pPr algn="l" marL="755913" indent="-377956" lvl="1">
              <a:lnSpc>
                <a:spcPts val="5601"/>
              </a:lnSpc>
              <a:buFont typeface="Arial"/>
              <a:buChar char="•"/>
            </a:pPr>
            <a:r>
              <a:rPr lang="en-US" sz="35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Saves time for gatekeeper</a:t>
            </a:r>
          </a:p>
          <a:p>
            <a:pPr algn="l">
              <a:lnSpc>
                <a:spcPts val="5601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402503" y="3979063"/>
            <a:ext cx="4885497" cy="6307937"/>
          </a:xfrm>
          <a:custGeom>
            <a:avLst/>
            <a:gdLst/>
            <a:ahLst/>
            <a:cxnLst/>
            <a:rect r="r" b="b" t="t" l="l"/>
            <a:pathLst>
              <a:path h="6307937" w="4885497">
                <a:moveTo>
                  <a:pt x="0" y="0"/>
                </a:moveTo>
                <a:lnTo>
                  <a:pt x="4885497" y="0"/>
                </a:lnTo>
                <a:lnTo>
                  <a:pt x="4885497" y="6307937"/>
                </a:lnTo>
                <a:lnTo>
                  <a:pt x="0" y="6307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3378082" y="7565591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0" y="0"/>
                </a:moveTo>
                <a:lnTo>
                  <a:pt x="4909918" y="0"/>
                </a:lnTo>
                <a:lnTo>
                  <a:pt x="4909918" y="2721409"/>
                </a:lnTo>
                <a:lnTo>
                  <a:pt x="0" y="2721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0" y="7565591"/>
            <a:ext cx="4909918" cy="2721409"/>
          </a:xfrm>
          <a:custGeom>
            <a:avLst/>
            <a:gdLst/>
            <a:ahLst/>
            <a:cxnLst/>
            <a:rect r="r" b="b" t="t" l="l"/>
            <a:pathLst>
              <a:path h="2721409" w="4909918">
                <a:moveTo>
                  <a:pt x="4909918" y="0"/>
                </a:moveTo>
                <a:lnTo>
                  <a:pt x="0" y="0"/>
                </a:lnTo>
                <a:lnTo>
                  <a:pt x="0" y="2721409"/>
                </a:lnTo>
                <a:lnTo>
                  <a:pt x="4909918" y="2721409"/>
                </a:lnTo>
                <a:lnTo>
                  <a:pt x="49099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183235" y="8542435"/>
            <a:ext cx="1921529" cy="47625"/>
            <a:chOff x="0" y="0"/>
            <a:chExt cx="506082" cy="125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6082" cy="12543"/>
            </a:xfrm>
            <a:custGeom>
              <a:avLst/>
              <a:gdLst/>
              <a:ahLst/>
              <a:cxnLst/>
              <a:rect r="r" b="b" t="t" l="l"/>
              <a:pathLst>
                <a:path h="12543" w="506082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2700000">
            <a:off x="2485974" y="4852383"/>
            <a:ext cx="317690" cy="317690"/>
            <a:chOff x="0" y="0"/>
            <a:chExt cx="83671" cy="836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519540" y="3649788"/>
            <a:ext cx="11248919" cy="2446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20"/>
              </a:lnSpc>
              <a:spcBef>
                <a:spcPct val="0"/>
              </a:spcBef>
            </a:pPr>
            <a:r>
              <a:rPr lang="en-US" sz="14300" spc="-11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</a:p>
        </p:txBody>
      </p:sp>
      <p:grpSp>
        <p:nvGrpSpPr>
          <p:cNvPr name="Group 11" id="11"/>
          <p:cNvGrpSpPr/>
          <p:nvPr/>
        </p:nvGrpSpPr>
        <p:grpSpPr>
          <a:xfrm rot="-2700000">
            <a:off x="15484336" y="4852383"/>
            <a:ext cx="317690" cy="317690"/>
            <a:chOff x="0" y="0"/>
            <a:chExt cx="83671" cy="83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671" cy="83671"/>
            </a:xfrm>
            <a:custGeom>
              <a:avLst/>
              <a:gdLst/>
              <a:ahLst/>
              <a:cxnLst/>
              <a:rect r="r" b="b" t="t" l="l"/>
              <a:pathLst>
                <a:path h="83671" w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F8B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3671" cy="121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DAHC4pEbWME</dc:identifier>
  <dcterms:modified xsi:type="dcterms:W3CDTF">2011-08-01T06:04:30Z</dcterms:modified>
  <cp:revision>1</cp:revision>
  <dc:title>SMART GATE KEEPING</dc:title>
</cp:coreProperties>
</file>